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0080625" cy="5670550"/>
  <p:notesSz cx="7772400" cy="10058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6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FB79487-7E64-4DD3-9A25-20C5B92E143F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831" y="92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C362AC8-9AA9-28FB-1C0C-0B429C09913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484C04-A5BD-9043-BED9-8DD62BBE6B81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F862A0-8DA6-8256-D2D2-F1BC90C9733A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C22D7E-1174-AF2E-D55B-704FCFC85819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0BFF5617-B09C-4EC9-9E39-4ADEB2B8E359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986712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82D0FB-2114-584C-B235-439551DE6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17A191-E6FA-D673-21D9-88E3B95FCDD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 altLang="ko-KR"/>
          </a:p>
        </p:txBody>
      </p:sp>
      <p:sp>
        <p:nvSpPr>
          <p:cNvPr id="4" name="머리글 개체 틀 3">
            <a:extLst>
              <a:ext uri="{FF2B5EF4-FFF2-40B4-BE49-F238E27FC236}">
                <a16:creationId xmlns:a16="http://schemas.microsoft.com/office/drawing/2014/main" id="{384622C2-68C3-6798-B81F-1177701FE9D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9333CD-85B9-C89B-07D9-6B414D5C85F3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6AA86F-3F66-C37E-0FEB-6E46CB5F8105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E75CCE-4E23-3949-E04D-E4FB413F8E9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E8283AA1-22FB-4EC8-B316-63130794084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78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altLang="ko-KR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1F55E4-0991-2835-43E8-09D61B92EBB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692909E-2DEF-48E5-B577-1E19C8430A9F}" type="slidenum">
              <a:t>1</a:t>
            </a:fld>
            <a:endParaRPr lang="en-US"/>
          </a:p>
        </p:txBody>
      </p:sp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176615-4B92-BB01-BACB-B2D9E0DFBFA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DC21A6-7F22-0FE6-AD6C-205053B1726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E8359-68D6-3F8E-D426-C678CA3C2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7C2CA5-7D0F-88C0-860E-DAE0AF4D9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202915-9BA0-A5C6-839F-6BA72639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B02D67-F1CF-82FF-A51E-E3E89984C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5ACF78-751E-F10A-92D3-7AD200773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27BF846-916D-444E-9297-2BF3B3F731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5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CF6BE-E6F2-9502-6BF9-CE9D212C2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21EC24-EE09-7C16-DE5C-F5C2BCE21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8068F2-0B12-F937-2A67-501147C6C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F39871-AE17-2CC6-6A94-C37F5F032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8FEB9A-6CB7-8CC7-7858-501DB361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BF02A50-2384-4633-8947-C54DD3144AE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9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14676-B3D9-2171-2CB2-F50955A29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95117A-D210-BD64-F38D-6D7218404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2B5F50-057C-F3D8-FA3E-84D131CE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F8D4B9-A991-A17A-7D87-EAF5B9373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A7EC1E-2D90-2498-32B4-A7EC931AC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24B5271-5A4E-4343-9907-61DFF20C74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5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89B4B-2E25-0820-8F9E-98F09A17A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A50C5A-2804-0D86-65DA-87709365B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BAE2C9-ADD7-A413-ABE0-6211DD9FE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1A4E77-A1EB-2652-90E6-9B0C537C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2C4778-8100-4B0A-0041-825AC711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E3E5B2-985A-CA13-7F6A-9F2D47B0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D3BCA1F-CCAE-4EDE-BF51-36B311912F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CFDD4-DDBD-0B4A-EFFB-EAB4910C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E8B267-DB44-D19B-55DB-372228FF9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926CBB-39B5-3E25-7CE2-B9DE99CA4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3F858C-1439-FFBB-E4A8-65AC3253C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E433A8-C255-1A73-A41D-65C9EC567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B4B64F-6348-C049-A13E-F9420C869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5D6340-6993-D5A5-E0AC-6B4CBF07A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04B8B7-7890-9BA8-C9E0-91394108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71EA40-D57F-47C0-BFD2-8D9B524575B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4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568D2-4001-6144-3B3C-C92FB160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5AC155-7619-71F0-E1EF-2CBAFBEFC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9B521F-4B31-6CCB-F7D2-418F6095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D16364-DE6C-7B12-9A9A-7A452CB2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9825C3-A050-4B5A-AEEB-3BD235D995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26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A7DCDB3-18FB-670F-27CA-06C083109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5B5548-5B6B-FBC0-2A54-BF090F32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E609F1-BFFD-729D-B61D-D965B939C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859C99E-F8EB-4202-95BE-AA112A8570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350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A6B83-34CF-E700-9A4F-C00321F14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6C7AB0-1DA3-7FA3-3840-A1735FE94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3A4687-1272-8864-9614-96DF24782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D38F59-6B22-ADD5-338F-D646BA21E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A701AE-9EAC-33C8-5302-70E1BD4AD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9D9E38-B849-F019-5E6E-F79B66D5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7BE84DC-B1BD-446C-843B-CABABBD0B37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72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D15E8-8098-D2CE-FCBA-B014727D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9084DD-3D44-81CD-8CD6-EA2D84312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DF416D-EC6D-219A-220C-16BFEA671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D0806B-50ED-FAFB-614A-A36E5572F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804DB7-2DAE-D2E6-CCD1-557F403A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85F7A8-3BDA-1BD0-2C2F-62F5F81B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3739F0E-8C84-4689-8C6C-1A93971CB7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24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DB683-6E81-9E9C-3775-DA6E4D800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BDA642-F48C-6827-E1C5-BC6676BB7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8ACFE8-834B-15DC-3AF5-E365AD90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641465-4EFE-493D-D257-5D897C87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2FD94B-9D69-490B-203F-D511D3EF0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C4C3783-E461-4D98-BA2C-207046768EA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53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740693-3888-B5E1-B6B3-38A3F6E977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A8898A-1458-3831-00C0-5C03CCA0F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253C8B-403B-2FF1-7552-F5150B5A3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58C7D6-6AC7-EC11-92C0-8CCCEA8D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D74611-119E-DBDB-27A5-6436C9A41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E439DCE-DAA5-4EEB-AB7C-450A15AFCF5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57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4B1E0A-CD4B-4B90-5DE0-3F39D985A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 altLang="ko-KR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B30AEA-8713-E9F6-5CED-5B58F3459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altLang="ko-KR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2AC6F3-4FD5-02C2-A97A-6D8FF1925EA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21B0B9-BC27-9761-ADD9-D6F84E9761F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0809A4-8FEA-FC84-BD4E-35AEE48AADD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9850323F-2A7B-4065-8B7B-A429BEE329B5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altLang="ko-KR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altLang="ko-KR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5CCA715-4D5C-3786-993E-3E8391503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922868"/>
              </p:ext>
            </p:extLst>
          </p:nvPr>
        </p:nvGraphicFramePr>
        <p:xfrm>
          <a:off x="182880" y="182880"/>
          <a:ext cx="9692636" cy="5394960"/>
        </p:xfrm>
        <a:graphic>
          <a:graphicData uri="http://schemas.openxmlformats.org/drawingml/2006/table">
            <a:tbl>
              <a:tblPr firstRow="1" bandRow="1">
                <a:tableStyleId>{EFB79487-7E64-4DD3-9A25-20C5B92E143F}</a:tableStyleId>
              </a:tblPr>
              <a:tblGrid>
                <a:gridCol w="1937519">
                  <a:extLst>
                    <a:ext uri="{9D8B030D-6E8A-4147-A177-3AD203B41FA5}">
                      <a16:colId xmlns:a16="http://schemas.microsoft.com/office/drawing/2014/main" val="3917690636"/>
                    </a:ext>
                  </a:extLst>
                </a:gridCol>
                <a:gridCol w="1937519">
                  <a:extLst>
                    <a:ext uri="{9D8B030D-6E8A-4147-A177-3AD203B41FA5}">
                      <a16:colId xmlns:a16="http://schemas.microsoft.com/office/drawing/2014/main" val="1297160211"/>
                    </a:ext>
                  </a:extLst>
                </a:gridCol>
                <a:gridCol w="1937519">
                  <a:extLst>
                    <a:ext uri="{9D8B030D-6E8A-4147-A177-3AD203B41FA5}">
                      <a16:colId xmlns:a16="http://schemas.microsoft.com/office/drawing/2014/main" val="127918777"/>
                    </a:ext>
                  </a:extLst>
                </a:gridCol>
                <a:gridCol w="1937519">
                  <a:extLst>
                    <a:ext uri="{9D8B030D-6E8A-4147-A177-3AD203B41FA5}">
                      <a16:colId xmlns:a16="http://schemas.microsoft.com/office/drawing/2014/main" val="1048977043"/>
                    </a:ext>
                  </a:extLst>
                </a:gridCol>
                <a:gridCol w="1942560">
                  <a:extLst>
                    <a:ext uri="{9D8B030D-6E8A-4147-A177-3AD203B41FA5}">
                      <a16:colId xmlns:a16="http://schemas.microsoft.com/office/drawing/2014/main" val="908499511"/>
                    </a:ext>
                  </a:extLst>
                </a:gridCol>
              </a:tblGrid>
              <a:tr h="674280"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altLang="ko-KR" sz="1800" b="0" i="0" u="none" strike="noStrike" kern="1200" cap="none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OSI Model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Layer Number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TCP/IP Layer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FreeSans" pitchFamily="2"/>
                        </a:rPr>
                        <a:t>Other Protocol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285088"/>
                  </a:ext>
                </a:extLst>
              </a:tr>
              <a:tr h="674280"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Alligator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Application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L7(Firewall)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HTTP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HTTPS, FTP, SCP, DNS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914854"/>
                  </a:ext>
                </a:extLst>
              </a:tr>
              <a:tr h="674280"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Pet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Presentation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709943"/>
                  </a:ext>
                </a:extLst>
              </a:tr>
              <a:tr h="674280"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Steve’s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Session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988898"/>
                  </a:ext>
                </a:extLst>
              </a:tr>
              <a:tr h="674280"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Touch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L4(NAT)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UDP, ICMP(?)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414690"/>
                  </a:ext>
                </a:extLst>
              </a:tr>
              <a:tr h="674280"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L3(Router)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IPv6, ARP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319923"/>
                  </a:ext>
                </a:extLst>
              </a:tr>
              <a:tr h="674280"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Data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L2(Switch)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Ethernet</a:t>
                      </a:r>
                    </a:p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altLang="ko-KR" sz="1800" b="0" i="0" u="none" strike="noStrike" kern="1200" cap="none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altLang="ko-KR" sz="1800" b="0" i="0" u="none" strike="noStrike" kern="1200" cap="none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581841"/>
                  </a:ext>
                </a:extLst>
              </a:tr>
              <a:tr h="675000"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Please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800" b="0" i="0" u="none" strike="noStrike" kern="1200" cap="none" dirty="0">
                          <a:ln>
                            <a:noFill/>
                          </a:ln>
                          <a:latin typeface="Liberation Sans" pitchFamily="18"/>
                        </a:rPr>
                        <a:t>Physical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altLang="ko-KR" sz="1800" b="0" i="0" u="none" strike="noStrike" kern="1200" cap="none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altLang="ko-KR" sz="1800" b="0" i="0" u="none" strike="noStrike" kern="1200" cap="none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altLang="ko-KR" sz="1800" b="0" i="0" u="none" strike="noStrike" kern="1200" cap="none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2518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60</Words>
  <Application>Microsoft Office PowerPoint</Application>
  <PresentationFormat>와이드스크린</PresentationFormat>
  <Paragraphs>30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Liberation Sans</vt:lpstr>
      <vt:lpstr>Liberation Serif</vt:lpstr>
      <vt:lpstr>맑은 고딕</vt:lpstr>
      <vt:lpstr>Arial</vt:lpstr>
      <vt:lpstr>Default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 namhyun</dc:creator>
  <cp:lastModifiedBy>고남현</cp:lastModifiedBy>
  <cp:revision>9</cp:revision>
  <dcterms:created xsi:type="dcterms:W3CDTF">2020-03-27T17:19:21Z</dcterms:created>
  <dcterms:modified xsi:type="dcterms:W3CDTF">2025-07-21T11:25:30Z</dcterms:modified>
</cp:coreProperties>
</file>